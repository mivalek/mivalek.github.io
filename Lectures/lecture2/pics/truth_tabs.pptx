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A1A1"/>
    <a:srgbClr val="002B36"/>
    <a:srgbClr val="EEE8D5"/>
    <a:srgbClr val="FFFFFF"/>
    <a:srgbClr val="F9F9F9"/>
    <a:srgbClr val="2237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38BB-3A7E-4818-B2FC-1F4FF61DBDE2}" type="datetimeFigureOut">
              <a:rPr lang="en-GB" smtClean="0"/>
              <a:t>09/07/2018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AEA4-AFAF-4431-9DD4-407BE58ABB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568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38BB-3A7E-4818-B2FC-1F4FF61DBDE2}" type="datetimeFigureOut">
              <a:rPr lang="en-GB" smtClean="0"/>
              <a:t>09/07/2018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AEA4-AFAF-4431-9DD4-407BE58ABB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43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38BB-3A7E-4818-B2FC-1F4FF61DBDE2}" type="datetimeFigureOut">
              <a:rPr lang="en-GB" smtClean="0"/>
              <a:t>09/07/2018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AEA4-AFAF-4431-9DD4-407BE58ABB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043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38BB-3A7E-4818-B2FC-1F4FF61DBDE2}" type="datetimeFigureOut">
              <a:rPr lang="en-GB" smtClean="0"/>
              <a:t>09/07/2018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AEA4-AFAF-4431-9DD4-407BE58ABB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90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38BB-3A7E-4818-B2FC-1F4FF61DBDE2}" type="datetimeFigureOut">
              <a:rPr lang="en-GB" smtClean="0"/>
              <a:t>09/07/2018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AEA4-AFAF-4431-9DD4-407BE58ABB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425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38BB-3A7E-4818-B2FC-1F4FF61DBDE2}" type="datetimeFigureOut">
              <a:rPr lang="en-GB" smtClean="0"/>
              <a:t>09/07/2018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AEA4-AFAF-4431-9DD4-407BE58ABB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817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38BB-3A7E-4818-B2FC-1F4FF61DBDE2}" type="datetimeFigureOut">
              <a:rPr lang="en-GB" smtClean="0"/>
              <a:t>09/07/2018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AEA4-AFAF-4431-9DD4-407BE58ABB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125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38BB-3A7E-4818-B2FC-1F4FF61DBDE2}" type="datetimeFigureOut">
              <a:rPr lang="en-GB" smtClean="0"/>
              <a:t>09/07/2018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AEA4-AFAF-4431-9DD4-407BE58ABB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9415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38BB-3A7E-4818-B2FC-1F4FF61DBDE2}" type="datetimeFigureOut">
              <a:rPr lang="en-GB" smtClean="0"/>
              <a:t>09/07/2018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AEA4-AFAF-4431-9DD4-407BE58ABB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947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38BB-3A7E-4818-B2FC-1F4FF61DBDE2}" type="datetimeFigureOut">
              <a:rPr lang="en-GB" smtClean="0"/>
              <a:t>09/07/2018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AEA4-AFAF-4431-9DD4-407BE58ABB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816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38BB-3A7E-4818-B2FC-1F4FF61DBDE2}" type="datetimeFigureOut">
              <a:rPr lang="en-GB" smtClean="0"/>
              <a:t>09/07/2018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AEA4-AFAF-4431-9DD4-407BE58ABB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04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C38BB-3A7E-4818-B2FC-1F4FF61DBDE2}" type="datetimeFigureOut">
              <a:rPr lang="en-GB" smtClean="0"/>
              <a:t>09/07/2018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FAEA4-AFAF-4431-9DD4-407BE58ABB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153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280108"/>
              </p:ext>
            </p:extLst>
          </p:nvPr>
        </p:nvGraphicFramePr>
        <p:xfrm>
          <a:off x="2089665" y="711429"/>
          <a:ext cx="3374908" cy="1478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8818"/>
                <a:gridCol w="1002030"/>
                <a:gridCol w="1002030"/>
                <a:gridCol w="1002030"/>
              </a:tblGrid>
              <a:tr h="370840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rgbClr val="EEE8D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</a:t>
                      </a:r>
                      <a:endParaRPr lang="en-GB" dirty="0">
                        <a:solidFill>
                          <a:srgbClr val="EEE8D5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93A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3A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3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GB" dirty="0">
                        <a:solidFill>
                          <a:srgbClr val="F9F9F9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2373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i="0" dirty="0" smtClean="0">
                          <a:solidFill>
                            <a:srgbClr val="EEE8D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GB" i="0" dirty="0">
                        <a:solidFill>
                          <a:srgbClr val="EEE8D5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3A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2B3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342878">
                <a:tc gridSpan="2" vMerge="1">
                  <a:txBody>
                    <a:bodyPr/>
                    <a:lstStyle/>
                    <a:p>
                      <a:endParaRPr lang="en-GB" dirty="0">
                        <a:solidFill>
                          <a:srgbClr val="F9F9F9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73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GB" dirty="0">
                        <a:solidFill>
                          <a:srgbClr val="F9F9F9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rgbClr val="EEE8D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GB" dirty="0">
                        <a:solidFill>
                          <a:srgbClr val="EEE8D5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3A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93A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rgbClr val="EEE8D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GB" dirty="0">
                        <a:solidFill>
                          <a:srgbClr val="EEE8D5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93A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36"/>
                    </a:solidFill>
                  </a:tcPr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rgbClr val="EEE8D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en-GB" dirty="0">
                        <a:solidFill>
                          <a:srgbClr val="EEE8D5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93A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rgbClr val="EEE8D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GB" dirty="0">
                        <a:solidFill>
                          <a:srgbClr val="EEE8D5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93A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3A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B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srgbClr val="93A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93A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rgbClr val="002B3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GB" dirty="0">
                        <a:solidFill>
                          <a:srgbClr val="002B36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93A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E8D5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rgbClr val="EEE8D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GB" dirty="0">
                        <a:solidFill>
                          <a:srgbClr val="EEE8D5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93A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rgbClr val="002B3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GB" dirty="0">
                        <a:solidFill>
                          <a:srgbClr val="002B36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3A1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EE8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rgbClr val="002B3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GB" dirty="0">
                        <a:solidFill>
                          <a:srgbClr val="002B36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EE8D5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145" t="3750" r="1145" b="6442"/>
          <a:stretch/>
        </p:blipFill>
        <p:spPr>
          <a:xfrm>
            <a:off x="3929860" y="4509354"/>
            <a:ext cx="3312000" cy="1440000"/>
          </a:xfrm>
          <a:prstGeom prst="rect">
            <a:avLst/>
          </a:prstGeom>
          <a:ln>
            <a:solidFill>
              <a:srgbClr val="93A1A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061" t="3271" r="1229" b="6919"/>
          <a:stretch/>
        </p:blipFill>
        <p:spPr>
          <a:xfrm>
            <a:off x="7890442" y="4509354"/>
            <a:ext cx="3312000" cy="1440000"/>
          </a:xfrm>
          <a:prstGeom prst="rect">
            <a:avLst/>
          </a:prstGeom>
          <a:ln w="9525">
            <a:solidFill>
              <a:srgbClr val="93A1A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1101" t="3554" r="1191" b="6638"/>
          <a:stretch/>
        </p:blipFill>
        <p:spPr>
          <a:xfrm>
            <a:off x="197731" y="4509354"/>
            <a:ext cx="3312000" cy="1440000"/>
          </a:xfrm>
          <a:prstGeom prst="rect">
            <a:avLst/>
          </a:prstGeom>
          <a:ln>
            <a:solidFill>
              <a:srgbClr val="93A1A1"/>
            </a:solidFill>
          </a:ln>
        </p:spPr>
      </p:pic>
    </p:spTree>
    <p:extLst>
      <p:ext uri="{BB962C8B-B14F-4D97-AF65-F5344CB8AC3E}">
        <p14:creationId xmlns:p14="http://schemas.microsoft.com/office/powerpoint/2010/main" val="173333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11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Office Theme</vt:lpstr>
      <vt:lpstr>PowerPoint Presentation</vt:lpstr>
    </vt:vector>
  </TitlesOfParts>
  <Company>University of Edinburgh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VALASEK Milan</dc:creator>
  <cp:lastModifiedBy>VALASEK Milan</cp:lastModifiedBy>
  <cp:revision>6</cp:revision>
  <dcterms:created xsi:type="dcterms:W3CDTF">2018-07-05T09:17:54Z</dcterms:created>
  <dcterms:modified xsi:type="dcterms:W3CDTF">2018-07-09T16:25:26Z</dcterms:modified>
</cp:coreProperties>
</file>