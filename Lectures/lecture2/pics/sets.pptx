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EEE8D5"/>
    <a:srgbClr val="CC7333"/>
    <a:srgbClr val="FF9933"/>
    <a:srgbClr val="FFFFFF"/>
    <a:srgbClr val="FFE0CC"/>
    <a:srgbClr val="002B36"/>
    <a:srgbClr val="FF3300"/>
    <a:srgbClr val="7A8D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15" autoAdjust="0"/>
    <p:restoredTop sz="94660"/>
  </p:normalViewPr>
  <p:slideViewPr>
    <p:cSldViewPr snapToGrid="0">
      <p:cViewPr>
        <p:scale>
          <a:sx n="66" d="100"/>
          <a:sy n="66" d="100"/>
        </p:scale>
        <p:origin x="1854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6D0E8-5968-4787-BC39-0881FADE4A22}" type="datetimeFigureOut">
              <a:rPr lang="en-GB" smtClean="0"/>
              <a:t>17/07/2018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E8E3-40C3-4C43-8267-7F53F9FAE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482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6D0E8-5968-4787-BC39-0881FADE4A22}" type="datetimeFigureOut">
              <a:rPr lang="en-GB" smtClean="0"/>
              <a:t>17/07/2018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E8E3-40C3-4C43-8267-7F53F9FAE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468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6D0E8-5968-4787-BC39-0881FADE4A22}" type="datetimeFigureOut">
              <a:rPr lang="en-GB" smtClean="0"/>
              <a:t>17/07/2018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E8E3-40C3-4C43-8267-7F53F9FAE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537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6D0E8-5968-4787-BC39-0881FADE4A22}" type="datetimeFigureOut">
              <a:rPr lang="en-GB" smtClean="0"/>
              <a:t>17/07/2018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E8E3-40C3-4C43-8267-7F53F9FAE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25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6D0E8-5968-4787-BC39-0881FADE4A22}" type="datetimeFigureOut">
              <a:rPr lang="en-GB" smtClean="0"/>
              <a:t>17/07/2018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E8E3-40C3-4C43-8267-7F53F9FAE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60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6D0E8-5968-4787-BC39-0881FADE4A22}" type="datetimeFigureOut">
              <a:rPr lang="en-GB" smtClean="0"/>
              <a:t>17/07/2018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E8E3-40C3-4C43-8267-7F53F9FAE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934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6D0E8-5968-4787-BC39-0881FADE4A22}" type="datetimeFigureOut">
              <a:rPr lang="en-GB" smtClean="0"/>
              <a:t>17/07/2018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E8E3-40C3-4C43-8267-7F53F9FAE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6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6D0E8-5968-4787-BC39-0881FADE4A22}" type="datetimeFigureOut">
              <a:rPr lang="en-GB" smtClean="0"/>
              <a:t>17/07/2018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E8E3-40C3-4C43-8267-7F53F9FAE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516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6D0E8-5968-4787-BC39-0881FADE4A22}" type="datetimeFigureOut">
              <a:rPr lang="en-GB" smtClean="0"/>
              <a:t>17/07/2018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E8E3-40C3-4C43-8267-7F53F9FAE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87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6D0E8-5968-4787-BC39-0881FADE4A22}" type="datetimeFigureOut">
              <a:rPr lang="en-GB" smtClean="0"/>
              <a:t>17/07/2018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E8E3-40C3-4C43-8267-7F53F9FAE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008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6D0E8-5968-4787-BC39-0881FADE4A22}" type="datetimeFigureOut">
              <a:rPr lang="en-GB" smtClean="0"/>
              <a:t>17/07/2018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CE8E3-40C3-4C43-8267-7F53F9FAE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26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6D0E8-5968-4787-BC39-0881FADE4A22}" type="datetimeFigureOut">
              <a:rPr lang="en-GB" smtClean="0"/>
              <a:t>17/07/2018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CE8E3-40C3-4C43-8267-7F53F9FAEB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420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47" y="165401"/>
            <a:ext cx="4133446" cy="2243522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47" y="2408923"/>
            <a:ext cx="4133446" cy="2243522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793" y="165401"/>
            <a:ext cx="4133446" cy="2243522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996" y="4518594"/>
            <a:ext cx="4133446" cy="2243522"/>
          </a:xfrm>
          <a:prstGeom prst="rect">
            <a:avLst/>
          </a:prstGeom>
        </p:spPr>
      </p:pic>
      <p:pic>
        <p:nvPicPr>
          <p:cNvPr id="83" name="Picture 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5442" y="2341998"/>
            <a:ext cx="4133446" cy="224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/>
          <p:cNvSpPr/>
          <p:nvPr/>
        </p:nvSpPr>
        <p:spPr>
          <a:xfrm>
            <a:off x="452051" y="2514596"/>
            <a:ext cx="1859692" cy="2141838"/>
          </a:xfrm>
          <a:custGeom>
            <a:avLst/>
            <a:gdLst>
              <a:gd name="connsiteX0" fmla="*/ 1169773 w 1859692"/>
              <a:gd name="connsiteY0" fmla="*/ 0 h 2141838"/>
              <a:gd name="connsiteX1" fmla="*/ 1823804 w 1859692"/>
              <a:gd name="connsiteY1" fmla="*/ 182896 h 2141838"/>
              <a:gd name="connsiteX2" fmla="*/ 1859692 w 1859692"/>
              <a:gd name="connsiteY2" fmla="*/ 207464 h 2141838"/>
              <a:gd name="connsiteX3" fmla="*/ 1805526 w 1859692"/>
              <a:gd name="connsiteY3" fmla="*/ 244546 h 2141838"/>
              <a:gd name="connsiteX4" fmla="*/ 1379837 w 1859692"/>
              <a:gd name="connsiteY4" fmla="*/ 1070919 h 2141838"/>
              <a:gd name="connsiteX5" fmla="*/ 1805526 w 1859692"/>
              <a:gd name="connsiteY5" fmla="*/ 1897292 h 2141838"/>
              <a:gd name="connsiteX6" fmla="*/ 1859692 w 1859692"/>
              <a:gd name="connsiteY6" fmla="*/ 1934374 h 2141838"/>
              <a:gd name="connsiteX7" fmla="*/ 1823804 w 1859692"/>
              <a:gd name="connsiteY7" fmla="*/ 1958942 h 2141838"/>
              <a:gd name="connsiteX8" fmla="*/ 1169773 w 1859692"/>
              <a:gd name="connsiteY8" fmla="*/ 2141838 h 2141838"/>
              <a:gd name="connsiteX9" fmla="*/ 0 w 1859692"/>
              <a:gd name="connsiteY9" fmla="*/ 1070919 h 2141838"/>
              <a:gd name="connsiteX10" fmla="*/ 1169773 w 1859692"/>
              <a:gd name="connsiteY10" fmla="*/ 0 h 214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59692" h="2141838">
                <a:moveTo>
                  <a:pt x="1169773" y="0"/>
                </a:moveTo>
                <a:cubicBezTo>
                  <a:pt x="1412041" y="0"/>
                  <a:pt x="1637107" y="67425"/>
                  <a:pt x="1823804" y="182896"/>
                </a:cubicBezTo>
                <a:lnTo>
                  <a:pt x="1859692" y="207464"/>
                </a:lnTo>
                <a:lnTo>
                  <a:pt x="1805526" y="244546"/>
                </a:lnTo>
                <a:cubicBezTo>
                  <a:pt x="1545547" y="440968"/>
                  <a:pt x="1379837" y="738227"/>
                  <a:pt x="1379837" y="1070919"/>
                </a:cubicBezTo>
                <a:cubicBezTo>
                  <a:pt x="1379837" y="1403611"/>
                  <a:pt x="1545547" y="1700870"/>
                  <a:pt x="1805526" y="1897292"/>
                </a:cubicBezTo>
                <a:lnTo>
                  <a:pt x="1859692" y="1934374"/>
                </a:lnTo>
                <a:lnTo>
                  <a:pt x="1823804" y="1958942"/>
                </a:lnTo>
                <a:cubicBezTo>
                  <a:pt x="1637107" y="2074413"/>
                  <a:pt x="1412041" y="2141838"/>
                  <a:pt x="1169773" y="2141838"/>
                </a:cubicBezTo>
                <a:cubicBezTo>
                  <a:pt x="523725" y="2141838"/>
                  <a:pt x="0" y="1662371"/>
                  <a:pt x="0" y="1070919"/>
                </a:cubicBezTo>
                <a:cubicBezTo>
                  <a:pt x="0" y="479467"/>
                  <a:pt x="523725" y="0"/>
                  <a:pt x="1169773" y="0"/>
                </a:cubicBezTo>
                <a:close/>
              </a:path>
            </a:pathLst>
          </a:custGeom>
          <a:solidFill>
            <a:srgbClr val="FF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321276" y="123567"/>
            <a:ext cx="2339546" cy="2141838"/>
          </a:xfrm>
          <a:prstGeom prst="ellipse">
            <a:avLst/>
          </a:prstGeom>
          <a:noFill/>
          <a:ln>
            <a:solidFill>
              <a:srgbClr val="EEE8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1701113" y="123567"/>
            <a:ext cx="2339546" cy="2141838"/>
          </a:xfrm>
          <a:prstGeom prst="ellipse">
            <a:avLst/>
          </a:prstGeom>
          <a:noFill/>
          <a:ln>
            <a:solidFill>
              <a:srgbClr val="CC7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640491" y="843692"/>
            <a:ext cx="37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EEE8D5"/>
                </a:solidFill>
                <a:latin typeface="Lato" panose="020F0502020204030203" pitchFamily="34" charset="0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6323" y="50937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C7333"/>
                </a:solidFill>
                <a:latin typeface="Lato" panose="020F0502020204030203" pitchFamily="34" charset="0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7676" y="659026"/>
            <a:ext cx="37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EEE8D5"/>
                </a:solidFill>
                <a:latin typeface="Lato" panose="020F0502020204030203" pitchFamily="34" charset="0"/>
              </a:defRPr>
            </a:lvl1pPr>
          </a:lstStyle>
          <a:p>
            <a:r>
              <a:rPr lang="en-GB" dirty="0">
                <a:solidFill>
                  <a:srgbClr val="7A8D8E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1194" y="1512585"/>
            <a:ext cx="37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EEE8D5"/>
                </a:solidFill>
                <a:latin typeface="Lato" panose="020F0502020204030203" pitchFamily="34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9246" y="1277549"/>
            <a:ext cx="37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7A8D8E"/>
                </a:solidFill>
                <a:latin typeface="Lato" panose="020F0502020204030203" pitchFamily="34" charset="0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5408" y="1415360"/>
            <a:ext cx="37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C7333"/>
                </a:solidFill>
                <a:latin typeface="Lato" panose="020F0502020204030203" pitchFamily="34" charset="0"/>
              </a:rP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3564" y="308233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EEE8D5"/>
                </a:solidFill>
                <a:latin typeface="Lato" panose="020F0502020204030203" pitchFamily="34" charset="0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1617" y="61097"/>
            <a:ext cx="341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>
                <a:solidFill>
                  <a:srgbClr val="EEE8D5"/>
                </a:solidFill>
                <a:latin typeface="Lato" panose="020F0502020204030203" pitchFamily="34" charset="0"/>
              </a:rPr>
              <a:t>A</a:t>
            </a:r>
            <a:endParaRPr lang="en-GB" dirty="0">
              <a:solidFill>
                <a:srgbClr val="EEE8D5"/>
              </a:solidFill>
              <a:latin typeface="Lato" panose="020F0502020204030203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55668" y="61097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>
                <a:solidFill>
                  <a:srgbClr val="CC7333"/>
                </a:solidFill>
                <a:latin typeface="Lato" panose="020F0502020204030203" pitchFamily="34" charset="0"/>
              </a:rPr>
              <a:t>B</a:t>
            </a:r>
            <a:endParaRPr lang="en-GB" dirty="0">
              <a:solidFill>
                <a:srgbClr val="CC7333"/>
              </a:solidFill>
              <a:latin typeface="Lato" panose="020F0502020204030203" pitchFamily="34" charset="0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9162490" y="349569"/>
            <a:ext cx="959709" cy="1726910"/>
          </a:xfrm>
          <a:custGeom>
            <a:avLst/>
            <a:gdLst>
              <a:gd name="connsiteX0" fmla="*/ 479855 w 959709"/>
              <a:gd name="connsiteY0" fmla="*/ 0 h 1726910"/>
              <a:gd name="connsiteX1" fmla="*/ 534020 w 959709"/>
              <a:gd name="connsiteY1" fmla="*/ 37082 h 1726910"/>
              <a:gd name="connsiteX2" fmla="*/ 959709 w 959709"/>
              <a:gd name="connsiteY2" fmla="*/ 863455 h 1726910"/>
              <a:gd name="connsiteX3" fmla="*/ 534020 w 959709"/>
              <a:gd name="connsiteY3" fmla="*/ 1689828 h 1726910"/>
              <a:gd name="connsiteX4" fmla="*/ 479855 w 959709"/>
              <a:gd name="connsiteY4" fmla="*/ 1726910 h 1726910"/>
              <a:gd name="connsiteX5" fmla="*/ 425689 w 959709"/>
              <a:gd name="connsiteY5" fmla="*/ 1689828 h 1726910"/>
              <a:gd name="connsiteX6" fmla="*/ 0 w 959709"/>
              <a:gd name="connsiteY6" fmla="*/ 863455 h 1726910"/>
              <a:gd name="connsiteX7" fmla="*/ 425689 w 959709"/>
              <a:gd name="connsiteY7" fmla="*/ 37082 h 172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9709" h="1726910">
                <a:moveTo>
                  <a:pt x="479855" y="0"/>
                </a:moveTo>
                <a:lnTo>
                  <a:pt x="534020" y="37082"/>
                </a:lnTo>
                <a:cubicBezTo>
                  <a:pt x="793999" y="233504"/>
                  <a:pt x="959709" y="530763"/>
                  <a:pt x="959709" y="863455"/>
                </a:cubicBezTo>
                <a:cubicBezTo>
                  <a:pt x="959709" y="1196147"/>
                  <a:pt x="793999" y="1493406"/>
                  <a:pt x="534020" y="1689828"/>
                </a:cubicBezTo>
                <a:lnTo>
                  <a:pt x="479855" y="1726910"/>
                </a:lnTo>
                <a:lnTo>
                  <a:pt x="425689" y="1689828"/>
                </a:lnTo>
                <a:cubicBezTo>
                  <a:pt x="165710" y="1493406"/>
                  <a:pt x="0" y="1196147"/>
                  <a:pt x="0" y="863455"/>
                </a:cubicBezTo>
                <a:cubicBezTo>
                  <a:pt x="0" y="530763"/>
                  <a:pt x="165710" y="233504"/>
                  <a:pt x="425689" y="37082"/>
                </a:cubicBezTo>
                <a:close/>
              </a:path>
            </a:pathLst>
          </a:custGeom>
          <a:solidFill>
            <a:srgbClr val="FF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4" name="Freeform 33"/>
          <p:cNvSpPr/>
          <p:nvPr/>
        </p:nvSpPr>
        <p:spPr>
          <a:xfrm rot="10800000">
            <a:off x="10149481" y="142105"/>
            <a:ext cx="1859692" cy="2141838"/>
          </a:xfrm>
          <a:custGeom>
            <a:avLst/>
            <a:gdLst>
              <a:gd name="connsiteX0" fmla="*/ 1169773 w 1859692"/>
              <a:gd name="connsiteY0" fmla="*/ 0 h 2141838"/>
              <a:gd name="connsiteX1" fmla="*/ 1823804 w 1859692"/>
              <a:gd name="connsiteY1" fmla="*/ 182896 h 2141838"/>
              <a:gd name="connsiteX2" fmla="*/ 1859692 w 1859692"/>
              <a:gd name="connsiteY2" fmla="*/ 207464 h 2141838"/>
              <a:gd name="connsiteX3" fmla="*/ 1805526 w 1859692"/>
              <a:gd name="connsiteY3" fmla="*/ 244546 h 2141838"/>
              <a:gd name="connsiteX4" fmla="*/ 1379837 w 1859692"/>
              <a:gd name="connsiteY4" fmla="*/ 1070919 h 2141838"/>
              <a:gd name="connsiteX5" fmla="*/ 1805526 w 1859692"/>
              <a:gd name="connsiteY5" fmla="*/ 1897292 h 2141838"/>
              <a:gd name="connsiteX6" fmla="*/ 1859692 w 1859692"/>
              <a:gd name="connsiteY6" fmla="*/ 1934374 h 2141838"/>
              <a:gd name="connsiteX7" fmla="*/ 1823804 w 1859692"/>
              <a:gd name="connsiteY7" fmla="*/ 1958942 h 2141838"/>
              <a:gd name="connsiteX8" fmla="*/ 1169773 w 1859692"/>
              <a:gd name="connsiteY8" fmla="*/ 2141838 h 2141838"/>
              <a:gd name="connsiteX9" fmla="*/ 0 w 1859692"/>
              <a:gd name="connsiteY9" fmla="*/ 1070919 h 2141838"/>
              <a:gd name="connsiteX10" fmla="*/ 1169773 w 1859692"/>
              <a:gd name="connsiteY10" fmla="*/ 0 h 214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59692" h="2141838">
                <a:moveTo>
                  <a:pt x="1169773" y="0"/>
                </a:moveTo>
                <a:cubicBezTo>
                  <a:pt x="1412041" y="0"/>
                  <a:pt x="1637107" y="67425"/>
                  <a:pt x="1823804" y="182896"/>
                </a:cubicBezTo>
                <a:lnTo>
                  <a:pt x="1859692" y="207464"/>
                </a:lnTo>
                <a:lnTo>
                  <a:pt x="1805526" y="244546"/>
                </a:lnTo>
                <a:cubicBezTo>
                  <a:pt x="1545547" y="440968"/>
                  <a:pt x="1379837" y="738227"/>
                  <a:pt x="1379837" y="1070919"/>
                </a:cubicBezTo>
                <a:cubicBezTo>
                  <a:pt x="1379837" y="1403611"/>
                  <a:pt x="1545547" y="1700870"/>
                  <a:pt x="1805526" y="1897292"/>
                </a:cubicBezTo>
                <a:lnTo>
                  <a:pt x="1859692" y="1934374"/>
                </a:lnTo>
                <a:lnTo>
                  <a:pt x="1823804" y="1958942"/>
                </a:lnTo>
                <a:cubicBezTo>
                  <a:pt x="1637107" y="2074413"/>
                  <a:pt x="1412041" y="2141838"/>
                  <a:pt x="1169773" y="2141838"/>
                </a:cubicBezTo>
                <a:cubicBezTo>
                  <a:pt x="523725" y="2141838"/>
                  <a:pt x="0" y="1662371"/>
                  <a:pt x="0" y="1070919"/>
                </a:cubicBezTo>
                <a:cubicBezTo>
                  <a:pt x="0" y="479467"/>
                  <a:pt x="523725" y="0"/>
                  <a:pt x="1169773" y="0"/>
                </a:cubicBezTo>
                <a:close/>
              </a:path>
            </a:pathLst>
          </a:custGeom>
          <a:solidFill>
            <a:srgbClr val="FF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5" name="Freeform 34"/>
          <p:cNvSpPr/>
          <p:nvPr/>
        </p:nvSpPr>
        <p:spPr>
          <a:xfrm>
            <a:off x="4580957" y="142105"/>
            <a:ext cx="3719383" cy="2141838"/>
          </a:xfrm>
          <a:custGeom>
            <a:avLst/>
            <a:gdLst>
              <a:gd name="connsiteX0" fmla="*/ 1169773 w 3719383"/>
              <a:gd name="connsiteY0" fmla="*/ 0 h 2141838"/>
              <a:gd name="connsiteX1" fmla="*/ 1823804 w 3719383"/>
              <a:gd name="connsiteY1" fmla="*/ 182897 h 2141838"/>
              <a:gd name="connsiteX2" fmla="*/ 1859692 w 3719383"/>
              <a:gd name="connsiteY2" fmla="*/ 207465 h 2141838"/>
              <a:gd name="connsiteX3" fmla="*/ 1895579 w 3719383"/>
              <a:gd name="connsiteY3" fmla="*/ 182897 h 2141838"/>
              <a:gd name="connsiteX4" fmla="*/ 2549610 w 3719383"/>
              <a:gd name="connsiteY4" fmla="*/ 0 h 2141838"/>
              <a:gd name="connsiteX5" fmla="*/ 3719383 w 3719383"/>
              <a:gd name="connsiteY5" fmla="*/ 1070919 h 2141838"/>
              <a:gd name="connsiteX6" fmla="*/ 2549610 w 3719383"/>
              <a:gd name="connsiteY6" fmla="*/ 2141838 h 2141838"/>
              <a:gd name="connsiteX7" fmla="*/ 1895579 w 3719383"/>
              <a:gd name="connsiteY7" fmla="*/ 1958942 h 2141838"/>
              <a:gd name="connsiteX8" fmla="*/ 1859692 w 3719383"/>
              <a:gd name="connsiteY8" fmla="*/ 1934374 h 2141838"/>
              <a:gd name="connsiteX9" fmla="*/ 1823804 w 3719383"/>
              <a:gd name="connsiteY9" fmla="*/ 1958942 h 2141838"/>
              <a:gd name="connsiteX10" fmla="*/ 1169773 w 3719383"/>
              <a:gd name="connsiteY10" fmla="*/ 2141838 h 2141838"/>
              <a:gd name="connsiteX11" fmla="*/ 0 w 3719383"/>
              <a:gd name="connsiteY11" fmla="*/ 1070919 h 2141838"/>
              <a:gd name="connsiteX12" fmla="*/ 1169773 w 3719383"/>
              <a:gd name="connsiteY12" fmla="*/ 0 h 214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19383" h="2141838">
                <a:moveTo>
                  <a:pt x="1169773" y="0"/>
                </a:moveTo>
                <a:cubicBezTo>
                  <a:pt x="1412041" y="0"/>
                  <a:pt x="1637107" y="67425"/>
                  <a:pt x="1823804" y="182897"/>
                </a:cubicBezTo>
                <a:lnTo>
                  <a:pt x="1859692" y="207465"/>
                </a:lnTo>
                <a:lnTo>
                  <a:pt x="1895579" y="182897"/>
                </a:lnTo>
                <a:cubicBezTo>
                  <a:pt x="2082276" y="67425"/>
                  <a:pt x="2307342" y="0"/>
                  <a:pt x="2549610" y="0"/>
                </a:cubicBezTo>
                <a:cubicBezTo>
                  <a:pt x="3195658" y="0"/>
                  <a:pt x="3719383" y="479467"/>
                  <a:pt x="3719383" y="1070919"/>
                </a:cubicBezTo>
                <a:cubicBezTo>
                  <a:pt x="3719383" y="1662371"/>
                  <a:pt x="3195658" y="2141838"/>
                  <a:pt x="2549610" y="2141838"/>
                </a:cubicBezTo>
                <a:cubicBezTo>
                  <a:pt x="2307342" y="2141838"/>
                  <a:pt x="2082276" y="2074413"/>
                  <a:pt x="1895579" y="1958942"/>
                </a:cubicBezTo>
                <a:lnTo>
                  <a:pt x="1859692" y="1934374"/>
                </a:lnTo>
                <a:lnTo>
                  <a:pt x="1823804" y="1958942"/>
                </a:lnTo>
                <a:cubicBezTo>
                  <a:pt x="1637107" y="2074413"/>
                  <a:pt x="1412041" y="2141838"/>
                  <a:pt x="1169773" y="2141838"/>
                </a:cubicBezTo>
                <a:cubicBezTo>
                  <a:pt x="523725" y="2141838"/>
                  <a:pt x="0" y="1662371"/>
                  <a:pt x="0" y="1070919"/>
                </a:cubicBezTo>
                <a:cubicBezTo>
                  <a:pt x="0" y="479467"/>
                  <a:pt x="523725" y="0"/>
                  <a:pt x="1169773" y="0"/>
                </a:cubicBezTo>
                <a:close/>
              </a:path>
            </a:pathLst>
          </a:custGeom>
          <a:solidFill>
            <a:srgbClr val="FF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9" name="Freeform 18"/>
          <p:cNvSpPr/>
          <p:nvPr/>
        </p:nvSpPr>
        <p:spPr>
          <a:xfrm>
            <a:off x="4464908" y="2839991"/>
            <a:ext cx="5799438" cy="3616412"/>
          </a:xfrm>
          <a:custGeom>
            <a:avLst/>
            <a:gdLst>
              <a:gd name="connsiteX0" fmla="*/ 2207741 w 5799438"/>
              <a:gd name="connsiteY0" fmla="*/ 737287 h 3616412"/>
              <a:gd name="connsiteX1" fmla="*/ 1037968 w 5799438"/>
              <a:gd name="connsiteY1" fmla="*/ 1808206 h 3616412"/>
              <a:gd name="connsiteX2" fmla="*/ 2207741 w 5799438"/>
              <a:gd name="connsiteY2" fmla="*/ 2879125 h 3616412"/>
              <a:gd name="connsiteX3" fmla="*/ 3377514 w 5799438"/>
              <a:gd name="connsiteY3" fmla="*/ 1808206 h 3616412"/>
              <a:gd name="connsiteX4" fmla="*/ 2207741 w 5799438"/>
              <a:gd name="connsiteY4" fmla="*/ 737287 h 3616412"/>
              <a:gd name="connsiteX5" fmla="*/ 2899719 w 5799438"/>
              <a:gd name="connsiteY5" fmla="*/ 0 h 3616412"/>
              <a:gd name="connsiteX6" fmla="*/ 5799438 w 5799438"/>
              <a:gd name="connsiteY6" fmla="*/ 1808206 h 3616412"/>
              <a:gd name="connsiteX7" fmla="*/ 2899719 w 5799438"/>
              <a:gd name="connsiteY7" fmla="*/ 3616412 h 3616412"/>
              <a:gd name="connsiteX8" fmla="*/ 0 w 5799438"/>
              <a:gd name="connsiteY8" fmla="*/ 1808206 h 3616412"/>
              <a:gd name="connsiteX9" fmla="*/ 2899719 w 5799438"/>
              <a:gd name="connsiteY9" fmla="*/ 0 h 361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99438" h="3616412">
                <a:moveTo>
                  <a:pt x="2207741" y="737287"/>
                </a:moveTo>
                <a:cubicBezTo>
                  <a:pt x="1561693" y="737287"/>
                  <a:pt x="1037968" y="1216754"/>
                  <a:pt x="1037968" y="1808206"/>
                </a:cubicBezTo>
                <a:cubicBezTo>
                  <a:pt x="1037968" y="2399658"/>
                  <a:pt x="1561693" y="2879125"/>
                  <a:pt x="2207741" y="2879125"/>
                </a:cubicBezTo>
                <a:cubicBezTo>
                  <a:pt x="2853789" y="2879125"/>
                  <a:pt x="3377514" y="2399658"/>
                  <a:pt x="3377514" y="1808206"/>
                </a:cubicBezTo>
                <a:cubicBezTo>
                  <a:pt x="3377514" y="1216754"/>
                  <a:pt x="2853789" y="737287"/>
                  <a:pt x="2207741" y="737287"/>
                </a:cubicBezTo>
                <a:close/>
                <a:moveTo>
                  <a:pt x="2899719" y="0"/>
                </a:moveTo>
                <a:cubicBezTo>
                  <a:pt x="4501190" y="0"/>
                  <a:pt x="5799438" y="809561"/>
                  <a:pt x="5799438" y="1808206"/>
                </a:cubicBezTo>
                <a:cubicBezTo>
                  <a:pt x="5799438" y="2806851"/>
                  <a:pt x="4501190" y="3616412"/>
                  <a:pt x="2899719" y="3616412"/>
                </a:cubicBezTo>
                <a:cubicBezTo>
                  <a:pt x="1298248" y="3616412"/>
                  <a:pt x="0" y="2806851"/>
                  <a:pt x="0" y="1808206"/>
                </a:cubicBezTo>
                <a:cubicBezTo>
                  <a:pt x="0" y="809561"/>
                  <a:pt x="1298248" y="0"/>
                  <a:pt x="2899719" y="0"/>
                </a:cubicBezTo>
                <a:close/>
              </a:path>
            </a:pathLst>
          </a:custGeom>
          <a:solidFill>
            <a:srgbClr val="FF6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5502876" y="3577278"/>
            <a:ext cx="2339546" cy="2141838"/>
          </a:xfrm>
          <a:prstGeom prst="ellipse">
            <a:avLst/>
          </a:prstGeom>
          <a:noFill/>
          <a:ln>
            <a:solidFill>
              <a:srgbClr val="EEE8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6882713" y="3577278"/>
            <a:ext cx="2339546" cy="2141838"/>
          </a:xfrm>
          <a:prstGeom prst="ellipse">
            <a:avLst/>
          </a:prstGeom>
          <a:noFill/>
          <a:ln>
            <a:solidFill>
              <a:srgbClr val="CC7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/>
          <p:cNvSpPr txBox="1"/>
          <p:nvPr/>
        </p:nvSpPr>
        <p:spPr>
          <a:xfrm>
            <a:off x="5822091" y="4297403"/>
            <a:ext cx="37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EEE8D5"/>
                </a:solidFill>
                <a:latin typeface="Lato" panose="020F0502020204030203" pitchFamily="34" charset="0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923" y="396308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C7333"/>
                </a:solidFill>
                <a:latin typeface="Lato" panose="020F0502020204030203" pitchFamily="34" charset="0"/>
              </a:rPr>
              <a:t>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9276" y="4112737"/>
            <a:ext cx="37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EEE8D5"/>
                </a:solidFill>
                <a:latin typeface="Lato" panose="020F0502020204030203" pitchFamily="34" charset="0"/>
              </a:defRPr>
            </a:lvl1pPr>
          </a:lstStyle>
          <a:p>
            <a:r>
              <a:rPr lang="en-GB" dirty="0">
                <a:solidFill>
                  <a:srgbClr val="7A8D8E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2794" y="4966296"/>
            <a:ext cx="37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EEE8D5"/>
                </a:solidFill>
                <a:latin typeface="Lato" panose="020F0502020204030203" pitchFamily="34" charset="0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0846" y="4731260"/>
            <a:ext cx="37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7A8D8E"/>
                </a:solidFill>
                <a:latin typeface="Lato" panose="020F0502020204030203" pitchFamily="34" charset="0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7008" y="4869071"/>
            <a:ext cx="370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C7333"/>
                </a:solidFill>
                <a:latin typeface="Lato" panose="020F0502020204030203" pitchFamily="34" charset="0"/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05164" y="3761944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EEE8D5"/>
                </a:solidFill>
                <a:latin typeface="Lato" panose="020F0502020204030203" pitchFamily="34" charset="0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3217" y="3514808"/>
            <a:ext cx="341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>
                <a:solidFill>
                  <a:srgbClr val="FFFFFF"/>
                </a:solidFill>
                <a:latin typeface="Lato" panose="020F0502020204030203" pitchFamily="34" charset="0"/>
              </a:rPr>
              <a:t>A</a:t>
            </a:r>
            <a:endParaRPr lang="en-GB" dirty="0">
              <a:solidFill>
                <a:srgbClr val="FFFFFF"/>
              </a:solidFill>
              <a:latin typeface="Lato" panose="020F0502020204030203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037268" y="3514808"/>
            <a:ext cx="333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>
                <a:solidFill>
                  <a:srgbClr val="CC7333"/>
                </a:solidFill>
                <a:latin typeface="Lato" panose="020F0502020204030203" pitchFamily="34" charset="0"/>
              </a:rPr>
              <a:t>B</a:t>
            </a:r>
            <a:endParaRPr lang="en-GB" dirty="0">
              <a:solidFill>
                <a:srgbClr val="CC7333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983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052" y="1621379"/>
            <a:ext cx="5803895" cy="361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86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2086" y="1366180"/>
            <a:ext cx="82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EEE8D5"/>
                </a:solidFill>
                <a:latin typeface="Lato" panose="020F0502020204030203" pitchFamily="34" charset="0"/>
              </a:rPr>
              <a:t>H </a:t>
            </a:r>
            <a:r>
              <a:rPr lang="en-GB" dirty="0" err="1" smtClean="0">
                <a:solidFill>
                  <a:srgbClr val="EEE8D5"/>
                </a:solidFill>
                <a:latin typeface="Lato" panose="020F0502020204030203" pitchFamily="34" charset="0"/>
              </a:rPr>
              <a:t>H</a:t>
            </a:r>
            <a:r>
              <a:rPr lang="en-GB" dirty="0" smtClean="0">
                <a:solidFill>
                  <a:srgbClr val="EEE8D5"/>
                </a:solidFill>
                <a:latin typeface="Lato" panose="020F0502020204030203" pitchFamily="34" charset="0"/>
              </a:rPr>
              <a:t> </a:t>
            </a:r>
            <a:r>
              <a:rPr lang="en-GB" dirty="0" err="1" smtClean="0">
                <a:solidFill>
                  <a:srgbClr val="EEE8D5"/>
                </a:solidFill>
                <a:latin typeface="Lato" panose="020F0502020204030203" pitchFamily="34" charset="0"/>
              </a:rPr>
              <a:t>H</a:t>
            </a:r>
            <a:endParaRPr lang="en-GB" dirty="0">
              <a:solidFill>
                <a:srgbClr val="EEE8D5"/>
              </a:solidFill>
              <a:latin typeface="Lato" panose="020F050202020403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27386" y="721910"/>
            <a:ext cx="82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C7333"/>
                </a:solidFill>
                <a:latin typeface="Lato" panose="020F0502020204030203" pitchFamily="34" charset="0"/>
              </a:rPr>
              <a:t>T</a:t>
            </a:r>
            <a:r>
              <a:rPr lang="en-GB" dirty="0" smtClean="0">
                <a:solidFill>
                  <a:srgbClr val="EEE8D5"/>
                </a:solidFill>
                <a:latin typeface="Lato" panose="020F0502020204030203" pitchFamily="34" charset="0"/>
              </a:rPr>
              <a:t> H </a:t>
            </a:r>
            <a:r>
              <a:rPr lang="en-GB" dirty="0" err="1" smtClean="0">
                <a:solidFill>
                  <a:srgbClr val="EEE8D5"/>
                </a:solidFill>
                <a:latin typeface="Lato" panose="020F0502020204030203" pitchFamily="34" charset="0"/>
              </a:rPr>
              <a:t>H</a:t>
            </a:r>
            <a:endParaRPr lang="en-GB" dirty="0">
              <a:solidFill>
                <a:srgbClr val="EEE8D5"/>
              </a:solidFill>
              <a:latin typeface="Lato" panose="020F050202020403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45195" y="62479"/>
            <a:ext cx="82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CC7333"/>
                </a:solidFill>
                <a:latin typeface="Lato" panose="020F0502020204030203" pitchFamily="34" charset="0"/>
              </a:rPr>
              <a:t>T</a:t>
            </a:r>
            <a:r>
              <a:rPr lang="en-GB" dirty="0">
                <a:solidFill>
                  <a:srgbClr val="CC7333"/>
                </a:solidFill>
                <a:latin typeface="Lato" panose="020F0502020204030203" pitchFamily="34" charset="0"/>
              </a:rPr>
              <a:t> </a:t>
            </a:r>
            <a:r>
              <a:rPr lang="en-GB" dirty="0" err="1" smtClean="0">
                <a:solidFill>
                  <a:srgbClr val="CC7333"/>
                </a:solidFill>
                <a:latin typeface="Lato" panose="020F0502020204030203" pitchFamily="34" charset="0"/>
              </a:rPr>
              <a:t>T</a:t>
            </a:r>
            <a:r>
              <a:rPr lang="en-GB" dirty="0" smtClean="0">
                <a:solidFill>
                  <a:srgbClr val="EEE8D5"/>
                </a:solidFill>
                <a:latin typeface="Lato" panose="020F0502020204030203" pitchFamily="34" charset="0"/>
              </a:rPr>
              <a:t> H</a:t>
            </a:r>
            <a:endParaRPr lang="en-GB" dirty="0">
              <a:solidFill>
                <a:srgbClr val="EEE8D5"/>
              </a:solidFill>
              <a:latin typeface="Lato" panose="020F050202020403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93632" y="2365145"/>
            <a:ext cx="82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CC7333"/>
                </a:solidFill>
                <a:latin typeface="Lato" panose="020F0502020204030203" pitchFamily="34" charset="0"/>
              </a:rPr>
              <a:t>T</a:t>
            </a:r>
            <a:r>
              <a:rPr lang="en-GB" dirty="0">
                <a:solidFill>
                  <a:srgbClr val="CC7333"/>
                </a:solidFill>
                <a:latin typeface="Lato" panose="020F0502020204030203" pitchFamily="34" charset="0"/>
              </a:rPr>
              <a:t> </a:t>
            </a:r>
            <a:r>
              <a:rPr lang="en-GB" dirty="0" err="1" smtClean="0">
                <a:solidFill>
                  <a:srgbClr val="CC7333"/>
                </a:solidFill>
                <a:latin typeface="Lato" panose="020F0502020204030203" pitchFamily="34" charset="0"/>
              </a:rPr>
              <a:t>T</a:t>
            </a:r>
            <a:r>
              <a:rPr lang="en-GB" dirty="0" smtClean="0">
                <a:solidFill>
                  <a:srgbClr val="CC7333"/>
                </a:solidFill>
                <a:latin typeface="Lato" panose="020F0502020204030203" pitchFamily="34" charset="0"/>
              </a:rPr>
              <a:t> </a:t>
            </a:r>
            <a:r>
              <a:rPr lang="en-GB" dirty="0" err="1" smtClean="0">
                <a:solidFill>
                  <a:srgbClr val="CC7333"/>
                </a:solidFill>
                <a:latin typeface="Lato" panose="020F0502020204030203" pitchFamily="34" charset="0"/>
              </a:rPr>
              <a:t>T</a:t>
            </a:r>
            <a:endParaRPr lang="en-GB" dirty="0">
              <a:solidFill>
                <a:srgbClr val="EEE8D5"/>
              </a:solidFill>
              <a:latin typeface="Lato" panose="020F050202020403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556" y="650847"/>
            <a:ext cx="82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CC7333"/>
                </a:solidFill>
                <a:latin typeface="Lato" panose="020F0502020204030203" pitchFamily="34" charset="0"/>
              </a:rPr>
              <a:t>T</a:t>
            </a:r>
            <a:r>
              <a:rPr lang="en-GB" dirty="0">
                <a:solidFill>
                  <a:srgbClr val="CC7333"/>
                </a:solidFill>
                <a:latin typeface="Lato" panose="020F0502020204030203" pitchFamily="34" charset="0"/>
              </a:rPr>
              <a:t> </a:t>
            </a:r>
            <a:r>
              <a:rPr lang="en-GB" dirty="0" smtClean="0">
                <a:solidFill>
                  <a:srgbClr val="EEE8D5"/>
                </a:solidFill>
                <a:latin typeface="Lato" panose="020F0502020204030203" pitchFamily="34" charset="0"/>
              </a:rPr>
              <a:t>H </a:t>
            </a:r>
            <a:r>
              <a:rPr lang="en-GB" dirty="0" smtClean="0">
                <a:solidFill>
                  <a:srgbClr val="CC7333"/>
                </a:solidFill>
                <a:latin typeface="Lato" panose="020F0502020204030203" pitchFamily="34" charset="0"/>
              </a:rPr>
              <a:t>T</a:t>
            </a:r>
            <a:endParaRPr lang="en-GB" dirty="0">
              <a:solidFill>
                <a:srgbClr val="EEE8D5"/>
              </a:solidFill>
              <a:latin typeface="Lato" panose="020F050202020403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1995813"/>
            <a:ext cx="82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EEE8D5"/>
                </a:solidFill>
                <a:latin typeface="Lato" panose="020F0502020204030203" pitchFamily="34" charset="0"/>
              </a:rPr>
              <a:t>H</a:t>
            </a:r>
            <a:r>
              <a:rPr lang="en-GB" dirty="0">
                <a:solidFill>
                  <a:srgbClr val="CC7333"/>
                </a:solidFill>
                <a:latin typeface="Lato" panose="020F0502020204030203" pitchFamily="34" charset="0"/>
              </a:rPr>
              <a:t> T</a:t>
            </a:r>
            <a:r>
              <a:rPr lang="en-GB" dirty="0" smtClean="0">
                <a:solidFill>
                  <a:srgbClr val="EEE8D5"/>
                </a:solidFill>
                <a:latin typeface="Lato" panose="020F0502020204030203" pitchFamily="34" charset="0"/>
              </a:rPr>
              <a:t> </a:t>
            </a:r>
            <a:r>
              <a:rPr lang="en-GB" dirty="0" smtClean="0">
                <a:solidFill>
                  <a:srgbClr val="CC7333"/>
                </a:solidFill>
                <a:latin typeface="Lato" panose="020F0502020204030203" pitchFamily="34" charset="0"/>
              </a:rPr>
              <a:t>T</a:t>
            </a:r>
            <a:endParaRPr lang="en-GB" dirty="0">
              <a:solidFill>
                <a:srgbClr val="EEE8D5"/>
              </a:solidFill>
              <a:latin typeface="Lato" panose="020F050202020403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98590" y="1969670"/>
            <a:ext cx="82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EEE8D5"/>
                </a:solidFill>
                <a:latin typeface="Lato" panose="020F0502020204030203" pitchFamily="34" charset="0"/>
              </a:rPr>
              <a:t>H</a:t>
            </a:r>
            <a:r>
              <a:rPr lang="en-GB" dirty="0">
                <a:solidFill>
                  <a:srgbClr val="CC7333"/>
                </a:solidFill>
                <a:latin typeface="Lato" panose="020F0502020204030203" pitchFamily="34" charset="0"/>
              </a:rPr>
              <a:t> </a:t>
            </a:r>
            <a:r>
              <a:rPr lang="en-GB" dirty="0" err="1">
                <a:solidFill>
                  <a:srgbClr val="EEE8D5"/>
                </a:solidFill>
                <a:latin typeface="Lato" panose="020F0502020204030203" pitchFamily="34" charset="0"/>
              </a:rPr>
              <a:t>H</a:t>
            </a:r>
            <a:r>
              <a:rPr lang="en-GB" dirty="0" smtClean="0">
                <a:solidFill>
                  <a:srgbClr val="EEE8D5"/>
                </a:solidFill>
                <a:latin typeface="Lato" panose="020F0502020204030203" pitchFamily="34" charset="0"/>
              </a:rPr>
              <a:t> </a:t>
            </a:r>
            <a:r>
              <a:rPr lang="en-GB" dirty="0" smtClean="0">
                <a:solidFill>
                  <a:srgbClr val="CC7333"/>
                </a:solidFill>
                <a:latin typeface="Lato" panose="020F0502020204030203" pitchFamily="34" charset="0"/>
              </a:rPr>
              <a:t>T</a:t>
            </a:r>
            <a:endParaRPr lang="en-GB" dirty="0">
              <a:solidFill>
                <a:srgbClr val="EEE8D5"/>
              </a:solidFill>
              <a:latin typeface="Lato" panose="020F050202020403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94064" y="1091242"/>
            <a:ext cx="82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EEE8D5"/>
                </a:solidFill>
                <a:latin typeface="Lato" panose="020F0502020204030203" pitchFamily="34" charset="0"/>
              </a:rPr>
              <a:t>H</a:t>
            </a:r>
            <a:r>
              <a:rPr lang="en-GB" dirty="0">
                <a:solidFill>
                  <a:srgbClr val="CC7333"/>
                </a:solidFill>
                <a:latin typeface="Lato" panose="020F0502020204030203" pitchFamily="34" charset="0"/>
              </a:rPr>
              <a:t> T </a:t>
            </a:r>
            <a:r>
              <a:rPr lang="en-GB" dirty="0" smtClean="0">
                <a:solidFill>
                  <a:srgbClr val="EEE8D5"/>
                </a:solidFill>
                <a:latin typeface="Lato" panose="020F0502020204030203" pitchFamily="34" charset="0"/>
              </a:rPr>
              <a:t>H</a:t>
            </a:r>
            <a:endParaRPr lang="en-GB" dirty="0">
              <a:solidFill>
                <a:srgbClr val="EEE8D5"/>
              </a:solidFill>
              <a:latin typeface="Lato" panose="020F0502020204030203" pitchFamily="3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562100" y="436744"/>
            <a:ext cx="2339546" cy="2141838"/>
          </a:xfrm>
          <a:prstGeom prst="ellipse">
            <a:avLst/>
          </a:prstGeom>
          <a:noFill/>
          <a:ln>
            <a:solidFill>
              <a:srgbClr val="CC73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1993682" y="1847331"/>
            <a:ext cx="863819" cy="602221"/>
          </a:xfrm>
          <a:prstGeom prst="ellipse">
            <a:avLst/>
          </a:prstGeom>
          <a:noFill/>
          <a:ln>
            <a:solidFill>
              <a:srgbClr val="EEE8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2706658" y="1588111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>
                <a:solidFill>
                  <a:srgbClr val="EEE8D5"/>
                </a:solidFill>
                <a:latin typeface="Lato" panose="020F0502020204030203" pitchFamily="34" charset="0"/>
              </a:rPr>
              <a:t>a</a:t>
            </a:r>
            <a:endParaRPr lang="en-GB" dirty="0">
              <a:solidFill>
                <a:srgbClr val="EEE8D5"/>
              </a:solidFill>
              <a:latin typeface="Lato" panose="020F0502020204030203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576362" y="436744"/>
            <a:ext cx="341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CC7333"/>
                </a:solidFill>
                <a:latin typeface="Lato" panose="020F0502020204030203" pitchFamily="34" charset="0"/>
              </a:rPr>
              <a:t>A</a:t>
            </a:r>
          </a:p>
        </p:txBody>
      </p:sp>
      <p:sp>
        <p:nvSpPr>
          <p:cNvPr id="2" name="Oval 1"/>
          <p:cNvSpPr/>
          <p:nvPr/>
        </p:nvSpPr>
        <p:spPr>
          <a:xfrm>
            <a:off x="307890" y="852966"/>
            <a:ext cx="2700454" cy="1772481"/>
          </a:xfrm>
          <a:prstGeom prst="ellipse">
            <a:avLst/>
          </a:prstGeom>
          <a:noFill/>
          <a:ln>
            <a:solidFill>
              <a:srgbClr val="EEE8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548" y="120929"/>
            <a:ext cx="4383404" cy="27983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548" y="3469080"/>
            <a:ext cx="4383404" cy="2804403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86" y="3721429"/>
            <a:ext cx="4383404" cy="279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43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55" y="3501556"/>
            <a:ext cx="4377307" cy="279830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245" y="384488"/>
            <a:ext cx="4383404" cy="2798307"/>
          </a:xfrm>
          <a:prstGeom prst="rect">
            <a:avLst/>
          </a:prstGeom>
        </p:spPr>
      </p:pic>
      <p:pic>
        <p:nvPicPr>
          <p:cNvPr id="148" name="Picture 1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974" y="3501556"/>
            <a:ext cx="4383404" cy="280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785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958" y="749287"/>
            <a:ext cx="4383404" cy="27983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98" y="0"/>
            <a:ext cx="4383404" cy="27983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9776" y="3292588"/>
            <a:ext cx="4383404" cy="279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03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46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Edinburgh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VALASEK Milan</dc:creator>
  <cp:lastModifiedBy>VALASEK Milan</cp:lastModifiedBy>
  <cp:revision>27</cp:revision>
  <dcterms:created xsi:type="dcterms:W3CDTF">2018-07-09T11:26:54Z</dcterms:created>
  <dcterms:modified xsi:type="dcterms:W3CDTF">2018-07-17T17:14:58Z</dcterms:modified>
</cp:coreProperties>
</file>